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指数</c:v>
                </c:pt>
              </c:strCache>
            </c:strRef>
          </c:tx>
          <c:spPr>
            <a:solidFill>
              <a:srgbClr val="2B7A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7A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3A6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263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B7A7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3A64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基准认知</c:v>
                  </c:pt>
                  <c:pt idx="1">
                    <c:v>心智锚点</c:v>
                  </c:pt>
                  <c:pt idx="2">
                    <c:v>证据内容</c:v>
                  </c:pt>
                  <c:pt idx="3">
                    <c:v>达人分发</c:v>
                  </c:pt>
                  <c:pt idx="4">
                    <c:v>目标认知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18</c:v>
                </c:pt>
                <c:pt idx="2">
                  <c:v>14</c:v>
                </c:pt>
                <c:pt idx="3">
                  <c:v>11</c:v>
                </c:pt>
                <c:pt idx="4">
                  <c:v>143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3A64F"/>
          </a:solidFill>
          <a:ln w="12700">
            <a:solidFill>
              <a:srgbClr val="D3A6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6692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3A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MMN多模态策略输出 | Strategy Brief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2029968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MMN汽车营销策略报告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315468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6EB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从品牌声量、用户认知到内容 Brief 的策略输出链路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555480" y="987552"/>
            <a:ext cx="1783080" cy="4206240"/>
          </a:xfrm>
          <a:prstGeom prst="rect">
            <a:avLst/>
          </a:prstGeom>
          <a:solidFill>
            <a:srgbClr val="D3A64F">
              <a:alpha val="90000"/>
            </a:srgbClr>
          </a:solidFill>
          <a:ln w="12700">
            <a:solidFill>
              <a:srgbClr val="D3A64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64224"/>
            <a:ext cx="11185855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94415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1/5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3A6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14400" y="148132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A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81328" y="14447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一、核心判断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0" y="148132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exec-summary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24414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A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81328" y="24048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二、传播机会拆解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0" y="244144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growth-waterfall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0" y="340156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A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81328" y="336499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三、内容行动路线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0" y="340156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02920" y="6364224"/>
            <a:ext cx="11185855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94415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3A6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核心判断：品牌传播的约束正在从声量转向认知效率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81360" cy="914400"/>
          </a:xfrm>
          <a:prstGeom prst="rect">
            <a:avLst/>
          </a:prstGeom>
          <a:solidFill>
            <a:srgbClr val="F5F2EA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08176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 90 天应优先管理品牌心智锚点、内容证据强度和达人扩散效率。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2542032"/>
            <a:ext cx="3246120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163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认知空位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个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398678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用户讨论中仍存在可抢占的核心心智标签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61688" y="2542032"/>
            <a:ext cx="3246120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8163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内容证据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17720" y="3246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17720" y="398678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高互动内容更多来自真实场景与对比证据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65008" y="2542032"/>
            <a:ext cx="3246120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8163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达人扩散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21040" y="3246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2.1x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21040" y="398678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垂类达人复用 Brief 后互动效率更高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6364224"/>
            <a:ext cx="11185855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94415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3/5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3A6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传播机会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传播机会拆解：三类策略动作贡献主要认知增量</a:t>
            </a:r>
            <a:endParaRPr lang="en-US" sz="1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13232" y="1234440"/>
          <a:ext cx="704088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275320" y="1417320"/>
            <a:ext cx="27432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先统一品牌心智锚点，再把卖点转成可验证的内容证据。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8275320" y="2468880"/>
            <a:ext cx="27432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达人 Brief 应围绕平台语境、内容场景和复盘指标形成闭环。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02920" y="6364224"/>
            <a:ext cx="11185855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094415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4/5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3A6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行动路线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 天内容行动路线：先固化策略口径，再规模化内容供给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58368" y="1389888"/>
            <a:ext cx="3246120" cy="4206240"/>
          </a:xfrm>
          <a:prstGeom prst="rect">
            <a:avLst/>
          </a:prstGeom>
          <a:solidFill>
            <a:srgbClr val="F5F2EA"/>
          </a:solidFill>
          <a:ln w="1016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190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3A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0-30 天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21396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统一口径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907792"/>
            <a:ext cx="2487168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确定心智锚点</a:t>
            </a:r>
            <a:endParaRPr lang="en-US" sz="1020" dirty="0"/>
          </a:p>
          <a:p>
            <a:pPr marL="342900" indent="-342900">
              <a:buSzPct val="100000"/>
              <a:buChar char="•"/>
            </a:pPr>
            <a:r>
              <a:rPr lang="en-US" sz="10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沉淀证据素材</a:t>
            </a:r>
            <a:endParaRPr lang="en-US" sz="1020" dirty="0"/>
          </a:p>
          <a:p>
            <a:pPr marL="342900" indent="-342900">
              <a:buSzPct val="100000"/>
              <a:buChar char="•"/>
            </a:pPr>
            <a:r>
              <a:rPr lang="en-US" sz="10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建立内容 Brief 模板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389120" y="1389888"/>
            <a:ext cx="32461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3A6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17190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3A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31-60 天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45152" y="21396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小步验证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36592" y="2907792"/>
            <a:ext cx="2487168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试点达人矩阵</a:t>
            </a:r>
            <a:endParaRPr lang="en-US" sz="1020" dirty="0"/>
          </a:p>
          <a:p>
            <a:pPr marL="342900" indent="-342900">
              <a:buSzPct val="100000"/>
              <a:buChar char="•"/>
            </a:pPr>
            <a:r>
              <a:rPr lang="en-US" sz="10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 测试内容角度</a:t>
            </a:r>
            <a:endParaRPr lang="en-US" sz="1020" dirty="0"/>
          </a:p>
          <a:p>
            <a:pPr marL="342900" indent="-342900">
              <a:buSzPct val="100000"/>
              <a:buChar char="•"/>
            </a:pPr>
            <a:r>
              <a:rPr lang="en-US" sz="10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复盘平台互动质量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119872" y="1389888"/>
            <a:ext cx="324612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17190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3A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61-90 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75904" y="21396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规模复制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67344" y="2907792"/>
            <a:ext cx="2487168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扩大优质 Brief</a:t>
            </a:r>
            <a:endParaRPr lang="en-US" sz="1020" dirty="0"/>
          </a:p>
          <a:p>
            <a:pPr marL="342900" indent="-342900">
              <a:buSzPct val="100000"/>
              <a:buChar char="•"/>
            </a:pPr>
            <a:r>
              <a:rPr lang="en-US" sz="10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形成品牌表达库</a:t>
            </a:r>
            <a:endParaRPr lang="en-US" sz="1020" dirty="0"/>
          </a:p>
          <a:p>
            <a:pPr marL="342900" indent="-342900">
              <a:buSzPct val="100000"/>
              <a:buChar char="•"/>
            </a:pPr>
            <a:r>
              <a:rPr lang="en-US" sz="10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输出月度策略报告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502920" y="6364224"/>
            <a:ext cx="11185855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94415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MMN汽车营销策略报告</dc:title>
  <dc:subject>Commercial consulting deck</dc:subject>
  <dc:creator>MMN PPT Agent</dc:creator>
  <cp:lastModifiedBy>MMN PPT Agent</cp:lastModifiedBy>
  <cp:revision>1</cp:revision>
  <dcterms:created xsi:type="dcterms:W3CDTF">2026-07-08T08:30:00Z</dcterms:created>
  <dcterms:modified xsi:type="dcterms:W3CDTF">2026-07-08T08:30:00Z</dcterms:modified>
</cp:coreProperties>
</file>